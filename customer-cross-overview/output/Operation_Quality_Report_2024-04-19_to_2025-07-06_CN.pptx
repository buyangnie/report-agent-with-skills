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运维质量报告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综合 ITIL 服务仪表盘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2024-04-19  —  2025-07-06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36576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3035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4864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健康评分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EF4444"/>
                </a:solidFill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920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🔴 At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25603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25603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8977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事件管理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200400"/>
            <a:ext cx="25603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3200400"/>
            <a:ext cx="25603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3429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9776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变更管理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25603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480560"/>
            <a:ext cx="2560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服务请求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4480560"/>
            <a:ext cx="25603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4480560"/>
            <a:ext cx="25603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4709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5257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问题管理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005840"/>
            <a:ext cx="5486400" cy="4663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188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洞察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508760"/>
            <a:ext cx="50292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服务健康度处于高风险状态，核心问题在于事件数量异常偏高，远超变更和请求量。建议立即启动事件根因分析，重点排查高频故障源以降低事件总量。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事件管理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1094415" cy="2926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114800"/>
            <a:ext cx="11094415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297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617720"/>
            <a:ext cx="1063721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SLA达成率64.2%严重偏低，平均MTTR长达29.4小时，表明事件响应与解决效率存在显著瓶颈。高优先级事件（P1/P2）占比高达20%，是影响SLA和MTTR的关键因素。</a:t>
            </a:r>
            <a:br/>
            <a:br/>
            <a:r>
              <a:t>建议立即成立专项小组，重点优化高优先级事件的应急响应流程与升级机制，并加强主动监控以降低重大事件发生频率。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变更管理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6517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26517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84.0%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成功率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6517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6517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2344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18.0%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0574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引发事件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26517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265176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344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574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总数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51760"/>
            <a:ext cx="1109441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失败变更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63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CHG20250100004: Enable two-factor authentication for age  |  • CHG20250100011: Configure disaster recovery replication   |  • CHG20250100015: Implement rate limiting on self-service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11094415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洞察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17720"/>
            <a:ext cx="1063721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变更成功率84%尚可，但18%的变更引发事故率偏高，表明变更质量与风险评估存在不足。主要问题可能在于测试不充分或回滚计划缺失。建议强化变更前测试并制定强制回滚方案，以降低业务影响。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服务请求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3035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9E0B"/>
                </a:solidFill>
              </a:defRPr>
            </a:pPr>
            <a:r>
              <a:t>3.6/5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★★★☆☆  CSAT 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25603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2560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75.8%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请求 SLA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3017520"/>
            <a:ext cx="25603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3017520"/>
            <a:ext cx="2560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2461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703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总数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05840"/>
            <a:ext cx="5486400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188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08760"/>
            <a:ext cx="50292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客户满意度（CSAT）为3.61分，处于中等偏下水平，表明服务体验有待提升。同时，SLA达成率仅为75.8%，未达标请求较多，直接影响客户感知。</a:t>
            </a:r>
            <a:br/>
            <a:br/>
            <a:r>
              <a:t>建议优先分析SLA未达成案例的根本原因，优化流程或资源分配以提升响应与解决效率，这将直接推动客户满意度的改善。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问题管理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2004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C4899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待解决问题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05840"/>
            <a:ext cx="25603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0" y="1005840"/>
            <a:ext cx="25603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2344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48.0%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965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关闭率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005840"/>
            <a:ext cx="25603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1005840"/>
            <a:ext cx="25603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2344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96.0%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965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RCA完成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560320"/>
            <a:ext cx="76809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26517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94A3B8"/>
                </a:solidFill>
              </a:defRPr>
            </a:pPr>
            <a:r>
              <a:t>• PRB20250100002: SMS notification delivery delays</a:t>
            </a:r>
            <a:br/>
            <a:r>
              <a:t>• PRB20250100004: Payment gateway timeout for credit ...</a:t>
            </a:r>
            <a:br/>
            <a:r>
              <a:t>• PRB20250100008: Web portal CSS rendering issues on 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11094415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洞察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1063721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问题关闭率仅为48%，表明近半数问题未得到有效解决，流程存在瓶颈。虽然RCA完成率高达96%，但分析结果未能有效推动问题关闭。</a:t>
            </a:r>
            <a:br/>
            <a:br/>
            <a:r>
              <a:t>建议：将管理重点从“完成RCA”转向“基于RCA的行动与闭环”，建立明确的解决时限与问责机制，以提升问题关闭率。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趋势分析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5486400" cy="2743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486400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3931920"/>
            <a:ext cx="11094415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114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1063721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健康评分处于33/100的低位，表明系统存在显著风险。周度和月度对比显示持续下滑趋势，需立即进行根本原因分析并制定修复计划。建议优先处理关键告警，防止评分进一步恶化。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风险雷达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45720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F4444"/>
                </a:solidFill>
              </a:defRPr>
            </a:pPr>
            <a:r>
              <a:t>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Incident SLA compliance at 64.2%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39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39"/>
            <a:ext cx="45720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7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F4444"/>
                </a:solidFill>
              </a:defRPr>
            </a:pPr>
            <a: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199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9 changes caused incidents (18.0%)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45720" cy="1143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AB308"/>
                </a:solidFill>
              </a:defRPr>
            </a:pPr>
            <a:r>
              <a:t>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Category 'Compliance' MTTR is 67.8h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37759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937759"/>
            <a:ext cx="45720" cy="1143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2919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AB308"/>
                </a:solidFill>
              </a:defRPr>
            </a:pPr>
            <a:r>
              <a:t>WARNING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Category 'Customer Complaint' MTTR is 341.8h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09728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280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洞察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600200"/>
            <a:ext cx="5029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最紧迫的风险是事件SLA合规率仅64.2%，已严重影响服务承诺。建议立即成立专项小组，优先分析并优化高优先级事件的处理流程，同时审查那9项引发事故的变更，强化变更前风险评估。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改进建议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45720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URGENT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Review and optimize incident SLA compliance processes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↗ Improve SLA rate by 10-15%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39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39"/>
            <a:ext cx="45720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6887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URGENT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19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Implement post-change validation and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399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↗ Reduce change-induced incidents by 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45720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Strengthen change assessment and testing procedures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↗ Improve change success rate to 95%+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37759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59"/>
            <a:ext cx="45720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2919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Analyze and streamline incident resolution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607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↗ Reduce average MTTR by 20-30%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09728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280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洞察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600200"/>
            <a:ext cx="5029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最紧急的行动项是立即审查并优化事件SLA合规流程，同时实施变更后验证与监控。这将显著提升服务可靠性，减少违规风险并确保变更质量。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生成时间: 2026-01-29 01:42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机密 - 仅供内部使用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