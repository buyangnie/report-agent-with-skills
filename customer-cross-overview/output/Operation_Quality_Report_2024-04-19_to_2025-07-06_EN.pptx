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Operation Quality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4A3B8"/>
                </a:solidFill>
              </a:defRPr>
            </a:pPr>
            <a:r>
              <a:t>Comprehensive ITIL Service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2024-04-19  —  2025-07-06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365760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3035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54864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EF4444"/>
                </a:solidFill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20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🔴 At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25603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25603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29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8977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Incident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3200400"/>
            <a:ext cx="25603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3200400"/>
            <a:ext cx="25603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4290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9776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Change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25603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48056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09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57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Service Requests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480560"/>
            <a:ext cx="256032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4480560"/>
            <a:ext cx="25603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4709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257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Problem Management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005840"/>
            <a:ext cx="5486400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188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508760"/>
            <a:ext cx="502920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AI insight not available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Incident Management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1094415" cy="2926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114800"/>
            <a:ext cx="11094415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617720"/>
            <a:ext cx="1063721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AI insight not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Change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26517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26517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84.0%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Success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6517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6517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234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574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Incident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26517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005840"/>
            <a:ext cx="26517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3444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574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11094415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432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Failed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063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• CHG20250100004: Enable two-factor authentication for age  |  • CHG20250100011: Configure disaster recovery replication   |  • CHG20250100015: Implement rate limiting on self-service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11094415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617720"/>
            <a:ext cx="1063721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AI insight not available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Service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3035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59E0B"/>
                </a:solidFill>
              </a:defRPr>
            </a:pPr>
            <a:r>
              <a:t>3.6/5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★★★☆☆  CSAT Score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25603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75.8%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Request SLA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017520"/>
            <a:ext cx="25603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301752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2461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703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5486400" cy="4937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188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50292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AI insight not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320040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EC4899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Open Problems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058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0" y="1005840"/>
            <a:ext cx="25603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2344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48.0%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965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Closure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0058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005840"/>
            <a:ext cx="25603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2344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96.0%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965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RCA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560320"/>
            <a:ext cx="768096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6517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94A3B8"/>
                </a:solidFill>
              </a:defRPr>
            </a:pPr>
            <a:r>
              <a:t>• PRB20250100002: SMS notification delivery delays</a:t>
            </a:r>
            <a:br/>
            <a:r>
              <a:t>• PRB20250100004: Payment gateway timeout for credit ...</a:t>
            </a:r>
            <a:br/>
            <a:r>
              <a:t>• PRB20250100008: Web portal CSS rendering issues on 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1094415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06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80"/>
            <a:ext cx="1063721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  <a:r>
              <a:t>AI insight not 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Trend Analysis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5486400" cy="2743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486400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3931920"/>
            <a:ext cx="11094415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114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1063721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Risk Radar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45720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F4444"/>
                </a:solidFill>
              </a:defRPr>
            </a:pPr>
            <a: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Incident SLA compliance at 64.2%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39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39"/>
            <a:ext cx="45720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F4444"/>
                </a:solidFill>
              </a:defRPr>
            </a:pPr>
            <a: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199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9 changes caused incidents (18.0%)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45720" cy="1143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AB308"/>
                </a:solidFill>
              </a:defRPr>
            </a:pPr>
            <a:r>
              <a:t>WARNING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Category 'Compliance' MTTR is 67.8h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37759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937759"/>
            <a:ext cx="45720" cy="1143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19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AB308"/>
                </a:solidFill>
              </a:defRPr>
            </a:pPr>
            <a:r>
              <a:t>WARNING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Category 'Customer Complaint' MTTR is 341.8h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9728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280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600200"/>
            <a:ext cx="5029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Recommended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4572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URGENT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Review and optimize incident SLA compliance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↗ Improve SLA rate by 10-15%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39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39"/>
            <a:ext cx="4572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7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URGENT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199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Implement post-change validation and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399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↗ Reduce change-induced incidents by 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4572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4903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233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Strengthen change assessment and testing procedures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↗ Improve change success rate to 95%+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59"/>
            <a:ext cx="530352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937759"/>
            <a:ext cx="45720" cy="1143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29199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2C55E"/>
                </a:solidFill>
              </a:defRPr>
            </a:pPr>
            <a: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Analyze and streamline incident resolution workflow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↗ Reduce average MTTR by 20-30%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09728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280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💡 AI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600200"/>
            <a:ext cx="502920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94A3B8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Generated on: 2026-01-29 01:20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Confidential - Internal Use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